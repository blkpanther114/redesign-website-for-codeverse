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77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D23DD8-78B0-4981-924E-BF00CCAA3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Rectangle">
            <a:extLst>
              <a:ext uri="{FF2B5EF4-FFF2-40B4-BE49-F238E27FC236}">
                <a16:creationId xmlns:a16="http://schemas.microsoft.com/office/drawing/2014/main" id="{0FFE21DE-9F8D-4C6D-983A-68AFCC92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7EAF4CE5-37DC-80F2-7C45-1583C6215B4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l="5599" r="5400" b="-1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059561" y="381935"/>
            <a:ext cx="7349931" cy="13683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70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7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</a:t>
            </a:r>
          </a:p>
        </p:txBody>
      </p: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06" y="554152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087" y="837005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9561" y="1472473"/>
            <a:ext cx="118158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7088" y="2132167"/>
            <a:ext cx="7929194" cy="43438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1700" dirty="0">
              <a:solidFill>
                <a:srgbClr val="FFFFFF"/>
              </a:solidFill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800" dirty="0">
                <a:solidFill>
                  <a:srgbClr val="FFFFFF"/>
                </a:solidFill>
              </a:rPr>
              <a:t>Redesign the </a:t>
            </a:r>
            <a:r>
              <a:rPr lang="en-US" sz="2800" dirty="0" err="1">
                <a:solidFill>
                  <a:srgbClr val="FFFFFF"/>
                </a:solidFill>
              </a:rPr>
              <a:t>Codeverse</a:t>
            </a:r>
            <a:r>
              <a:rPr lang="en-US" sz="2800" dirty="0">
                <a:solidFill>
                  <a:srgbClr val="FFFFFF"/>
                </a:solidFill>
              </a:rPr>
              <a:t> website to emphasize business outcomes, talent quality, and AI enablement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endParaRPr lang="en-US" sz="2800" dirty="0">
              <a:solidFill>
                <a:srgbClr val="FFFFFF"/>
              </a:solidFill>
            </a:endParaRP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2800" dirty="0">
                <a:solidFill>
                  <a:srgbClr val="FFFFFF"/>
                </a:solidFill>
              </a:rPr>
              <a:t>Maintaining a clean, modern look consistent with the existing brand theme.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7628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D23DD8-78B0-4981-924E-BF00CCAA3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Rectangle">
            <a:extLst>
              <a:ext uri="{FF2B5EF4-FFF2-40B4-BE49-F238E27FC236}">
                <a16:creationId xmlns:a16="http://schemas.microsoft.com/office/drawing/2014/main" id="{0FFE21DE-9F8D-4C6D-983A-68AFCC92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BD59C79F-9D2B-AF04-86C8-658C22A944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2681" b="2682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71600" y="381935"/>
            <a:ext cx="7037892" cy="148073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4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Comparison focus</a:t>
            </a:r>
          </a:p>
        </p:txBody>
      </p: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06" y="554152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087" y="837005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9561" y="1472473"/>
            <a:ext cx="118158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561" y="2244591"/>
            <a:ext cx="7491769" cy="3936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/>
            </a:pPr>
            <a:br>
              <a:rPr lang="en-US" sz="17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• Visual clarity and structure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/>
            </a:pP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• Messaging focus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/>
            </a:pP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• Navigation flow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/>
            </a:pP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• Overall professionalism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7628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859472"/>
            <a:ext cx="4316022" cy="752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4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Design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33" y="2082799"/>
            <a:ext cx="7603067" cy="45434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• Readable, </a:t>
            </a:r>
            <a:r>
              <a:rPr lang="en-US" sz="2400" dirty="0" err="1">
                <a:solidFill>
                  <a:schemeClr val="tx2"/>
                </a:solidFill>
              </a:rPr>
              <a:t>organised</a:t>
            </a:r>
            <a:r>
              <a:rPr lang="en-US" sz="2400" dirty="0">
                <a:solidFill>
                  <a:schemeClr val="tx2"/>
                </a:solidFill>
              </a:rPr>
              <a:t>, and minimal layout for better comprehension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Retained same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theme for brand continuity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Focused on user journey and ease of navigation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Balanced whitespace and typography for visual comfort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2"/>
            <a:ext cx="4316022" cy="1023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Navigation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1333" y="2516170"/>
            <a:ext cx="7620000" cy="41101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1700" dirty="0">
                <a:solidFill>
                  <a:schemeClr val="tx2"/>
                </a:solidFill>
              </a:rPr>
              <a:t>• </a:t>
            </a:r>
            <a:r>
              <a:rPr lang="en-US" sz="2400" dirty="0">
                <a:solidFill>
                  <a:schemeClr val="tx2"/>
                </a:solidFill>
              </a:rPr>
              <a:t>Old website: too much content on single pages, causing information overload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New website: content separated into clear navigation pages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Easier exploration for different audience needs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0" y="254001"/>
            <a:ext cx="6062133" cy="143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31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Issues with the Old Website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231975"/>
            <a:ext cx="7941733" cy="418684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• Overemphasis too much on 'diversity' messaging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instead of talent and business impact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Lacked clarity on services and measurable outcomes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Navigation pages are not readable or organized, and too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 much dense text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Weak hierarchy and call-to-action (CTA), wrong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LinkedIn redirection link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Limited alignment with target decision-makers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2" y="991261"/>
            <a:ext cx="4942658" cy="1040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4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New Positioning &amp;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6933" y="2479983"/>
            <a:ext cx="7332134" cy="39388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• Highlights talent excellence and business transformation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Promotes AI enablement and career growth outcomes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Reframes diversity within performance and results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Focused, confident, and professional tone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2"/>
            <a:ext cx="4316022" cy="8544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33" y="2308701"/>
            <a:ext cx="7332134" cy="4317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CTOs and Heads of Engineering at UK enterprises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HR/Talent leaders in tech companies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Public sector digital transformation leaders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2"/>
            <a:ext cx="4316022" cy="702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3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Tone &amp;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231974"/>
            <a:ext cx="7806267" cy="43943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• Outcome-focused, not charity/DEI-focused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Human-centered but AI-enabled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Professional credibility with social purpose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Data-driven proof points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FD23DD8-78B0-4981-924E-BF00CCAA3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Rectangle">
            <a:extLst>
              <a:ext uri="{FF2B5EF4-FFF2-40B4-BE49-F238E27FC236}">
                <a16:creationId xmlns:a16="http://schemas.microsoft.com/office/drawing/2014/main" id="{0FFE21DE-9F8D-4C6D-983A-68AFCC92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1D34CB36-C11E-D2F5-E3B2-7FEDFFE9772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l="5599" r="5400" b="-1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66092" y="381935"/>
            <a:ext cx="6543400" cy="15376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9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49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Impact Focus</a:t>
            </a:r>
          </a:p>
        </p:txBody>
      </p:sp>
      <p:sp>
        <p:nvSpPr>
          <p:cNvPr id="18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06" y="554152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087" y="837005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9561" y="1472473"/>
            <a:ext cx="118158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1405" y="2198130"/>
            <a:ext cx="7844873" cy="4105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rgbClr val="FFFFFF"/>
                </a:solidFill>
              </a:rPr>
              <a:t>• Show measurable results and scalability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• Use storytelling to demonstrate success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• Build credibility through client outcomes and partnerships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• Balance empathy with evidence-based messaging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7628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270943" y="991261"/>
            <a:ext cx="4316022" cy="786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1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600" b="1">
                <a:solidFill>
                  <a:srgbClr val="004080"/>
                </a:solidFill>
              </a:defRPr>
            </a:pPr>
            <a:r>
              <a:rPr lang="en-US" sz="3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6667" y="2272513"/>
            <a:ext cx="7958666" cy="4353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r>
              <a:rPr lang="en-US" sz="2400" dirty="0">
                <a:solidFill>
                  <a:schemeClr val="tx2"/>
                </a:solidFill>
              </a:rPr>
              <a:t>The redesigned website: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Strengthens business value communication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Enhances navigation and usability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2000"/>
            </a:pP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• Repositions </a:t>
            </a:r>
            <a:r>
              <a:rPr lang="en-US" sz="2400" dirty="0" err="1">
                <a:solidFill>
                  <a:schemeClr val="tx2"/>
                </a:solidFill>
              </a:rPr>
              <a:t>Codeverse</a:t>
            </a:r>
            <a:r>
              <a:rPr lang="en-US" sz="2400" dirty="0">
                <a:solidFill>
                  <a:schemeClr val="tx2"/>
                </a:solidFill>
              </a:rPr>
              <a:t> as a credible, AI-enabled talent transformation partner</a:t>
            </a:r>
            <a:br>
              <a:rPr lang="en-US" sz="2400" dirty="0">
                <a:solidFill>
                  <a:schemeClr val="tx2"/>
                </a:solidFill>
              </a:rPr>
            </a:br>
            <a:br>
              <a:rPr lang="en-US" sz="2400" dirty="0">
                <a:solidFill>
                  <a:schemeClr val="tx2"/>
                </a:solidFill>
              </a:rPr>
            </a:br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344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 X</cp:lastModifiedBy>
  <cp:revision>3</cp:revision>
  <dcterms:created xsi:type="dcterms:W3CDTF">2013-01-27T09:14:16Z</dcterms:created>
  <dcterms:modified xsi:type="dcterms:W3CDTF">2025-11-12T21:18:16Z</dcterms:modified>
  <cp:category/>
</cp:coreProperties>
</file>